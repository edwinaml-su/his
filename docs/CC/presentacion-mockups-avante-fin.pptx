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1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89C0-392C-4595-A567-859455519A06}" type="datetimeFigureOut">
              <a:rPr lang="es-SV" smtClean="0"/>
              <a:t>15/7/2026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69F9F-BF72-4ED4-9754-2B0B32CD818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239578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89C0-392C-4595-A567-859455519A06}" type="datetimeFigureOut">
              <a:rPr lang="es-SV" smtClean="0"/>
              <a:t>15/7/2026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69F9F-BF72-4ED4-9754-2B0B32CD818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70848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CB89C0-392C-4595-A567-859455519A06}" type="datetimeFigureOut">
              <a:rPr lang="es-SV" smtClean="0"/>
              <a:t>15/7/2026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169F9F-BF72-4ED4-9754-2B0B32CD818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18267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89C0-392C-4595-A567-859455519A06}" type="datetimeFigureOut">
              <a:rPr lang="es-SV" smtClean="0"/>
              <a:t>15/7/2026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69F9F-BF72-4ED4-9754-2B0B32CD818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03439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89C0-392C-4595-A567-859455519A06}" type="datetimeFigureOut">
              <a:rPr lang="es-SV" smtClean="0"/>
              <a:t>15/7/2026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69F9F-BF72-4ED4-9754-2B0B32CD818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444193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89C0-392C-4595-A567-859455519A06}" type="datetimeFigureOut">
              <a:rPr lang="es-SV" smtClean="0"/>
              <a:t>15/7/2026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69F9F-BF72-4ED4-9754-2B0B32CD818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534353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89C0-392C-4595-A567-859455519A06}" type="datetimeFigureOut">
              <a:rPr lang="es-SV" smtClean="0"/>
              <a:t>15/7/2026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69F9F-BF72-4ED4-9754-2B0B32CD818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44102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89C0-392C-4595-A567-859455519A06}" type="datetimeFigureOut">
              <a:rPr lang="es-SV" smtClean="0"/>
              <a:t>15/7/2026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69F9F-BF72-4ED4-9754-2B0B32CD818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9214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89C0-392C-4595-A567-859455519A06}" type="datetimeFigureOut">
              <a:rPr lang="es-SV" smtClean="0"/>
              <a:t>15/7/2026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69F9F-BF72-4ED4-9754-2B0B32CD818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59842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89C0-392C-4595-A567-859455519A06}" type="datetimeFigureOut">
              <a:rPr lang="es-SV" smtClean="0"/>
              <a:t>15/7/2026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69F9F-BF72-4ED4-9754-2B0B32CD818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222938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F9CB89C0-392C-4595-A567-859455519A06}" type="datetimeFigureOut">
              <a:rPr lang="es-SV" smtClean="0"/>
              <a:t>15/7/2026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82169F9F-BF72-4ED4-9754-2B0B32CD818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57322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F9CB89C0-392C-4595-A567-859455519A06}" type="datetimeFigureOut">
              <a:rPr lang="es-SV" smtClean="0"/>
              <a:t>15/7/2026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82169F9F-BF72-4ED4-9754-2B0B32CD818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4690960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7B468-D264-6029-084C-FBB7815850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A395C4-2100-6420-A654-D7CAC9FF02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EED1F5-FDDD-F9D0-8944-1C69AD23B6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9457"/>
          <a:stretch>
            <a:fillRect/>
          </a:stretch>
        </p:blipFill>
        <p:spPr>
          <a:xfrm>
            <a:off x="15038" y="538846"/>
            <a:ext cx="12176961" cy="631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75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48CC9-9F2F-E0CD-9944-C24CEDB5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Login</a:t>
            </a:r>
          </a:p>
        </p:txBody>
      </p:sp>
      <p:pic>
        <p:nvPicPr>
          <p:cNvPr id="7" name="AxisMed">
            <a:hlinkClick r:id="" action="ppaction://media"/>
            <a:extLst>
              <a:ext uri="{FF2B5EF4-FFF2-40B4-BE49-F238E27FC236}">
                <a16:creationId xmlns:a16="http://schemas.microsoft.com/office/drawing/2014/main" id="{ECEF848E-3BE0-E9D2-D182-92EB69ADCEE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55850" y="2011363"/>
            <a:ext cx="7478713" cy="4206875"/>
          </a:xfrm>
        </p:spPr>
      </p:pic>
    </p:spTree>
    <p:extLst>
      <p:ext uri="{BB962C8B-B14F-4D97-AF65-F5344CB8AC3E}">
        <p14:creationId xmlns:p14="http://schemas.microsoft.com/office/powerpoint/2010/main" val="301362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54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F212ED-D445-E2CE-24DE-869D84F2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Historia </a:t>
            </a:r>
            <a:r>
              <a:rPr lang="es-SV" dirty="0" err="1"/>
              <a:t>Clinica</a:t>
            </a:r>
            <a:endParaRPr lang="es-SV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653E642-1360-8D03-93A6-83C6C7789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3789" y="2011363"/>
            <a:ext cx="7642835" cy="420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235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8CE88-39AF-0B9F-6010-03E19B44C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Evolución Medica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0B2FE70-AE1C-2CC7-B60C-47AE91988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7038" y="2011363"/>
            <a:ext cx="7516337" cy="420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43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93B52-D0F3-8CEF-F04C-8F52AF62E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Evolución Medica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0971F2B-8A35-BE8B-0F22-864F05510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1515" y="2011363"/>
            <a:ext cx="6507383" cy="420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37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6C417-CDE2-31BA-E652-BF869395E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Pre registro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4ACEAF-2E9C-047F-09E9-0F665B467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B770578-E202-5856-7C27-E56FE0892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268" y="1375925"/>
            <a:ext cx="5471563" cy="525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619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0CF95-5AD4-1D8A-CDBA-7D8D9F841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Calculadora Medica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EB770ED-7A73-C3E7-96A4-917A0D4241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8759" t="9996" b="6725"/>
          <a:stretch>
            <a:fillRect/>
          </a:stretch>
        </p:blipFill>
        <p:spPr>
          <a:xfrm>
            <a:off x="1549400" y="1989667"/>
            <a:ext cx="3838259" cy="36237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DCD5F9A-84A2-2A08-907F-DCC939354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667" y="741546"/>
            <a:ext cx="3768593" cy="600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56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7F3D6B-C9ED-E15C-E8CD-BA0059030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 err="1"/>
              <a:t>Admision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B4DC67-1F13-7197-C979-B054ADB52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3C26536-260D-52B7-0F4A-DE6228DE9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653" y="1926976"/>
            <a:ext cx="7822548" cy="429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406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 bandas">
  <a:themeElements>
    <a:clrScheme name="Con bandas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Con banda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on bandas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TM03090430[[fn=Con bandas]]</Template>
  <TotalTime>98</TotalTime>
  <Words>12</Words>
  <Application>Microsoft Office PowerPoint</Application>
  <PresentationFormat>Panorámica</PresentationFormat>
  <Paragraphs>7</Paragraphs>
  <Slides>8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Corbel</vt:lpstr>
      <vt:lpstr>Wingdings</vt:lpstr>
      <vt:lpstr>Con bandas</vt:lpstr>
      <vt:lpstr>Presentación de PowerPoint</vt:lpstr>
      <vt:lpstr>Login</vt:lpstr>
      <vt:lpstr>Historia Clinica</vt:lpstr>
      <vt:lpstr>Evolución Medica</vt:lpstr>
      <vt:lpstr>Evolución Medica</vt:lpstr>
      <vt:lpstr>Pre registro</vt:lpstr>
      <vt:lpstr>Calculadora Medica</vt:lpstr>
      <vt:lpstr>Admision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EDWIN ALEJANDRO MARTINEZ LINARES</dc:creator>
  <cp:lastModifiedBy>EDWIN ALEJANDRO MARTINEZ LINARES</cp:lastModifiedBy>
  <cp:revision>4</cp:revision>
  <dcterms:created xsi:type="dcterms:W3CDTF">2026-07-15T20:00:16Z</dcterms:created>
  <dcterms:modified xsi:type="dcterms:W3CDTF">2026-07-15T22:00:48Z</dcterms:modified>
</cp:coreProperties>
</file>