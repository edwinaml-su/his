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Historia Clínica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(Avante)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828800"/>
            <a:ext cx="3246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Rediseño de la historia clínica al modelo Avante: motivo de consulta, presente enfermedad con plantillas, antecedentes, signos vitales, diagnósticos CIE-11 y sección de Destino. Banner de alergias del paciente y cabecera con expediente único.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4617720"/>
            <a:ext cx="3246120" cy="1737360"/>
          </a:xfrm>
          <a:prstGeom prst="roundRect">
            <a:avLst>
              <a:gd name="adj" fmla="val 4211"/>
            </a:avLst>
          </a:prstGeom>
          <a:solidFill>
            <a:srgbClr val="F1F5F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47548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 versión  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— historia-clinica-avante4.html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
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  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CC/0007/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
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Modificado  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2026-06-30 · 245 KB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
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 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CC-0001 · PR #473</a:t>
            </a:r>
            <a:endParaRPr lang="en-US" sz="1050" dirty="0"/>
          </a:p>
        </p:txBody>
      </p:sp>
      <p:pic>
        <p:nvPicPr>
          <p:cNvPr id="6" name="Image 0" descr="/sessions/pensive-blissful-einstein/mnt/outputs/shots/historia-clinica-v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822960"/>
            <a:ext cx="7863840" cy="491490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E2761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3977640" y="5852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historia-clinica-v4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Evolución Médica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828800"/>
            <a:ext cx="3246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vertical orientado a problemas, dirigido por modales y con autosave. Especialidad médica obligatoria, problemas agrupables bajo diagnóstico sindrómico, signos vitales en sección propia sobre Objetivo y todos los campos obligatorios para firmar (inmutable post-firma).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4617720"/>
            <a:ext cx="3246120" cy="1737360"/>
          </a:xfrm>
          <a:prstGeom prst="roundRect">
            <a:avLst>
              <a:gd name="adj" fmla="val 4211"/>
            </a:avLst>
          </a:prstGeom>
          <a:solidFill>
            <a:srgbClr val="F1F5F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47548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 versión  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 — evolucion-medica-avante5.html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
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  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CC/0006/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
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Modificado  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2026-06-30 · 139 KB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00000"/>
                </a:solidFill>
              </a:rPr>
              <a:t>
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 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CC-0004 / CC-0006 · PR #479, #484</a:t>
            </a:r>
            <a:endParaRPr lang="en-US" sz="1050" dirty="0"/>
          </a:p>
        </p:txBody>
      </p:sp>
      <p:pic>
        <p:nvPicPr>
          <p:cNvPr id="6" name="Image 0" descr="/sessions/pensive-blissful-einstein/mnt/outputs/shots/evolucion-medica-v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822960"/>
            <a:ext cx="7863840" cy="491490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E2761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3977640" y="5852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evolucion-medica-v5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Pre-Registro · Calculadoras Clínicas · AxisMed Login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Últimas versiones — capturas estáticas para verificación</a:t>
            </a:r>
            <a:endParaRPr lang="en-US" sz="1200" dirty="0"/>
          </a:p>
        </p:txBody>
      </p:sp>
      <p:pic>
        <p:nvPicPr>
          <p:cNvPr id="4" name="Image 0" descr="/sessions/pensive-blissful-einstein/mnt/outputs/shots/preregist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63040"/>
            <a:ext cx="3657600" cy="228600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02920" y="3886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Pre-Registro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02920" y="420624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preregistro.html
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CC/0008 · 2026-06-29
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por documento (DUI, pasaporte, residente) con escaneo QR/código de barras.</a:t>
            </a:r>
            <a:endParaRPr lang="en-US" sz="1000" dirty="0"/>
          </a:p>
        </p:txBody>
      </p:sp>
      <p:pic>
        <p:nvPicPr>
          <p:cNvPr id="7" name="Image 1" descr="/sessions/pensive-blissful-einstein/mnt/outputs/shots/calculadoras-clinic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552" y="1463040"/>
            <a:ext cx="3657600" cy="228600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pic>
      <p:sp>
        <p:nvSpPr>
          <p:cNvPr id="8" name="Text 4"/>
          <p:cNvSpPr/>
          <p:nvPr/>
        </p:nvSpPr>
        <p:spPr>
          <a:xfrm>
            <a:off x="4416552" y="3886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Calculadoras clínicas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4416552" y="420624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calculadoras-clinicas.html
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CC/0009 · 2026-07-02
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flotante con 205 calculadoras, autocompletado y prellenado de datos del paciente.</a:t>
            </a:r>
            <a:endParaRPr lang="en-US" sz="1000" dirty="0"/>
          </a:p>
        </p:txBody>
      </p:sp>
      <p:pic>
        <p:nvPicPr>
          <p:cNvPr id="10" name="Image 2" descr="/sessions/pensive-blissful-einstein/mnt/outputs/shots/axismed-log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0184" y="1463040"/>
            <a:ext cx="3657600" cy="228600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pic>
      <p:sp>
        <p:nvSpPr>
          <p:cNvPr id="11" name="Text 6"/>
          <p:cNvSpPr/>
          <p:nvPr/>
        </p:nvSpPr>
        <p:spPr>
          <a:xfrm>
            <a:off x="8330184" y="3886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AxisMed Login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8330184" y="420624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AxisMed Login (offline).html
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CC/0010 · 2026-07-15
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ES/EN con ingreso biométrico; pantalla final de la animación de marca.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502920" y="64008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Avante — mockups CC · generado 2026-07-15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2026-07-15T20:21:12Z</dcterms:created>
  <dcterms:modified xsi:type="dcterms:W3CDTF">2026-07-15T20:21:12Z</dcterms:modified>
</cp:coreProperties>
</file>